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DAAB-C317-FB21-A244-4A98AEAAF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9231C-7DC9-98C9-34B9-1BE05171D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20E12-E648-8064-CDBD-64122D60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248B5-B736-68F2-00AB-803A716C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045DE-4DB7-5FD8-4125-212F0655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94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E5640-D4E1-E68F-B5CD-714081DF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5E172-0876-1821-17BD-EEC8A6831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3EA24-C3C7-B992-15C2-EDF5C9DD8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371F5-CE7C-C5C1-5603-BB9DB65D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252EB-AF7A-72EC-E074-FE423EBF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82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EF3D-11FB-3653-D81A-0BFE95CB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1F115-0B41-36E7-D607-9BAF0B17D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958B9-8EDF-0887-AA12-D4E6DA70C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F7ECB-015A-591F-D4B7-D4F4FAC7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4744-AFDC-6CF6-30D9-178D665F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240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AF57-3139-2564-F16A-8F54A15E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EF3E1-B730-5CBC-BE9E-42245CBD8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5343B-0E68-D50D-D6ED-C83AA7F57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B6C8A-80DB-58AA-0913-4481630F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07DED-4452-3804-B84F-A1391431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9BB61-5C9C-0B52-BEC6-7F2A5D7E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67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7C40-329D-7144-6DD5-D37CB7884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D0DE1-CA6F-6A22-1C80-463B78797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C7F94-2C0C-FB3F-A56B-54E710D3A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82ADA-FA8E-335E-4CC6-AE70DE8D3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3B35C4-2FD0-7A36-4846-6C734AEF3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F3918-938A-6252-C94C-18CD0299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D15197-D729-03BF-7D0C-85066921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991DCC-60D2-CB7F-5CE1-5CF02BAC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51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A103-4D0E-71C7-548D-09C109A6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A3321F-03D0-1F51-45E2-8EB75978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35193-4500-583B-9CF0-25889D4C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E6495-6204-A2D2-7CFB-573BB25B2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04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29E68-6F8C-87C9-5A90-9CE517C4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CA2AD-5A1A-F95E-D4A4-4E1A52B3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F57C8-C0E0-ACD2-D818-87F6111E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29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CE68-EADE-D1DF-269B-DA90AE6DC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072D8-96AC-0021-E06F-2510B677B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37CEE-BFFB-A142-D5C8-278F1056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6E78B-1CF3-24BC-9B09-DAE3C4E4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166ED-EC2B-5516-0C55-1CBAA891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C9FA4-13C1-A933-8C99-E14485E1F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407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06CD-F9F7-CAD2-AD16-9046A37F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40C53C-A6B1-DD18-97F4-D6715E9B9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291F7-4B8C-54A0-D5F6-2E43E9229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02323-F558-74FF-7063-28734164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9AB8F-1169-FFE3-916E-524A0A4D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B6A73-1DE9-239F-0EA1-69401613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8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EAE6-AD8A-E885-BACF-9BB2339B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EDE59-5985-B8C9-EB71-A7FB883D1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15139-497A-EF6F-5816-3C958EB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7AC85-B700-FDCC-155E-EC5EF540F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AA7F8-78AE-F3BB-EFD5-B4C9CCD3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343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0F236C-E7B3-5E4C-79EB-76A73933A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B3051-28CB-3822-EEE8-5D112F01D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ABB9E-E984-9CB0-9978-FBC57A77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E00BB-079D-A435-1D37-EB67262F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DB9BE-127A-3FC0-1E69-DD045AB2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03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2D3A4-7C31-CA8F-4769-35C47663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363CE-1324-0F22-D84D-FF38E835A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A263-BE77-4BB2-C867-E2AA8B97C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9B2F6-A727-4F59-9CE9-0C58E66D365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3A931-4676-9AC5-5D47-8D3437161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EE8E4-DC1F-B408-F345-28042BBCC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D6CC2-3769-42F7-9E38-BDF7128566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26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863E6E-C798-1C0E-5ED3-43D698F8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703" y="993058"/>
            <a:ext cx="5633884" cy="485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58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ANIKSHA EVANJALIN M</dc:creator>
  <cp:lastModifiedBy>ANIKSHA EVANJALIN M</cp:lastModifiedBy>
  <cp:revision>1</cp:revision>
  <dcterms:created xsi:type="dcterms:W3CDTF">2026-08-29T04:30:37Z</dcterms:created>
  <dcterms:modified xsi:type="dcterms:W3CDTF">2026-08-29T04:31:15Z</dcterms:modified>
</cp:coreProperties>
</file>